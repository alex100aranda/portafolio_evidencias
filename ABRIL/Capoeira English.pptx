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D6670-F5D4-42B9-88D7-FC1424542C44}" v="9" dt="2022-10-20T03:08:29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o Hernandez Aranda" userId="1b9b1c1adf44008f" providerId="LiveId" clId="{271D6670-F5D4-42B9-88D7-FC1424542C44}"/>
    <pc:docChg chg="undo custSel addSld delSld modSld sldOrd">
      <pc:chgData name="Alejandro Hernandez Aranda" userId="1b9b1c1adf44008f" providerId="LiveId" clId="{271D6670-F5D4-42B9-88D7-FC1424542C44}" dt="2022-10-20T03:08:42.450" v="55" actId="1076"/>
      <pc:docMkLst>
        <pc:docMk/>
      </pc:docMkLst>
      <pc:sldChg chg="ord">
        <pc:chgData name="Alejandro Hernandez Aranda" userId="1b9b1c1adf44008f" providerId="LiveId" clId="{271D6670-F5D4-42B9-88D7-FC1424542C44}" dt="2022-10-20T03:01:54.339" v="31"/>
        <pc:sldMkLst>
          <pc:docMk/>
          <pc:sldMk cId="3940181787" sldId="257"/>
        </pc:sldMkLst>
      </pc:sldChg>
      <pc:sldChg chg="addSp delSp modSp new mod ord">
        <pc:chgData name="Alejandro Hernandez Aranda" userId="1b9b1c1adf44008f" providerId="LiveId" clId="{271D6670-F5D4-42B9-88D7-FC1424542C44}" dt="2022-10-20T02:50:57.425" v="26"/>
        <pc:sldMkLst>
          <pc:docMk/>
          <pc:sldMk cId="158011392" sldId="258"/>
        </pc:sldMkLst>
        <pc:spChg chg="del">
          <ac:chgData name="Alejandro Hernandez Aranda" userId="1b9b1c1adf44008f" providerId="LiveId" clId="{271D6670-F5D4-42B9-88D7-FC1424542C44}" dt="2022-10-20T02:50:07.010" v="1" actId="478"/>
          <ac:spMkLst>
            <pc:docMk/>
            <pc:sldMk cId="158011392" sldId="258"/>
            <ac:spMk id="2" creationId="{90EB2519-2578-9149-C660-12A3E564330C}"/>
          </ac:spMkLst>
        </pc:spChg>
        <pc:spChg chg="del">
          <ac:chgData name="Alejandro Hernandez Aranda" userId="1b9b1c1adf44008f" providerId="LiveId" clId="{271D6670-F5D4-42B9-88D7-FC1424542C44}" dt="2022-10-20T02:50:08.747" v="2" actId="478"/>
          <ac:spMkLst>
            <pc:docMk/>
            <pc:sldMk cId="158011392" sldId="258"/>
            <ac:spMk id="3" creationId="{8ABE0861-0787-2C41-A4D6-99ECFA293021}"/>
          </ac:spMkLst>
        </pc:spChg>
        <pc:picChg chg="add mod">
          <ac:chgData name="Alejandro Hernandez Aranda" userId="1b9b1c1adf44008f" providerId="LiveId" clId="{271D6670-F5D4-42B9-88D7-FC1424542C44}" dt="2022-10-20T02:50:23.803" v="8" actId="1076"/>
          <ac:picMkLst>
            <pc:docMk/>
            <pc:sldMk cId="158011392" sldId="258"/>
            <ac:picMk id="1026" creationId="{2930042D-C782-2884-BD1C-F8F8F73AB9F3}"/>
          </ac:picMkLst>
        </pc:picChg>
      </pc:sldChg>
      <pc:sldChg chg="new del">
        <pc:chgData name="Alejandro Hernandez Aranda" userId="1b9b1c1adf44008f" providerId="LiveId" clId="{271D6670-F5D4-42B9-88D7-FC1424542C44}" dt="2022-10-20T02:50:34.986" v="22" actId="680"/>
        <pc:sldMkLst>
          <pc:docMk/>
          <pc:sldMk cId="2607309916" sldId="259"/>
        </pc:sldMkLst>
      </pc:sldChg>
      <pc:sldChg chg="addSp delSp modSp new mod">
        <pc:chgData name="Alejandro Hernandez Aranda" userId="1b9b1c1adf44008f" providerId="LiveId" clId="{271D6670-F5D4-42B9-88D7-FC1424542C44}" dt="2022-10-20T03:08:42.450" v="55" actId="1076"/>
        <pc:sldMkLst>
          <pc:docMk/>
          <pc:sldMk cId="4106549759" sldId="259"/>
        </pc:sldMkLst>
        <pc:spChg chg="del">
          <ac:chgData name="Alejandro Hernandez Aranda" userId="1b9b1c1adf44008f" providerId="LiveId" clId="{271D6670-F5D4-42B9-88D7-FC1424542C44}" dt="2022-10-20T02:53:40.015" v="29" actId="478"/>
          <ac:spMkLst>
            <pc:docMk/>
            <pc:sldMk cId="4106549759" sldId="259"/>
            <ac:spMk id="2" creationId="{61B643ED-12AD-74BB-D031-39A18E907B3E}"/>
          </ac:spMkLst>
        </pc:spChg>
        <pc:spChg chg="del">
          <ac:chgData name="Alejandro Hernandez Aranda" userId="1b9b1c1adf44008f" providerId="LiveId" clId="{271D6670-F5D4-42B9-88D7-FC1424542C44}" dt="2022-10-20T02:53:38.346" v="28" actId="478"/>
          <ac:spMkLst>
            <pc:docMk/>
            <pc:sldMk cId="4106549759" sldId="259"/>
            <ac:spMk id="3" creationId="{3BEC0FBA-48F5-CDDD-E025-3140FE597E84}"/>
          </ac:spMkLst>
        </pc:spChg>
        <pc:picChg chg="add mod">
          <ac:chgData name="Alejandro Hernandez Aranda" userId="1b9b1c1adf44008f" providerId="LiveId" clId="{271D6670-F5D4-42B9-88D7-FC1424542C44}" dt="2022-10-20T03:08:42.450" v="55" actId="1076"/>
          <ac:picMkLst>
            <pc:docMk/>
            <pc:sldMk cId="4106549759" sldId="259"/>
            <ac:picMk id="5" creationId="{B6FF6C94-99AF-AC6A-1FBC-DB3F48F20072}"/>
          </ac:picMkLst>
        </pc:picChg>
      </pc:sldChg>
      <pc:sldChg chg="new del">
        <pc:chgData name="Alejandro Hernandez Aranda" userId="1b9b1c1adf44008f" providerId="LiveId" clId="{271D6670-F5D4-42B9-88D7-FC1424542C44}" dt="2022-10-20T02:50:34.493" v="21" actId="680"/>
        <pc:sldMkLst>
          <pc:docMk/>
          <pc:sldMk cId="38588443" sldId="260"/>
        </pc:sldMkLst>
      </pc:sldChg>
      <pc:sldChg chg="addSp delSp new mod">
        <pc:chgData name="Alejandro Hernandez Aranda" userId="1b9b1c1adf44008f" providerId="LiveId" clId="{271D6670-F5D4-42B9-88D7-FC1424542C44}" dt="2022-10-20T03:02:04.600" v="35"/>
        <pc:sldMkLst>
          <pc:docMk/>
          <pc:sldMk cId="1868433294" sldId="260"/>
        </pc:sldMkLst>
        <pc:spChg chg="del">
          <ac:chgData name="Alejandro Hernandez Aranda" userId="1b9b1c1adf44008f" providerId="LiveId" clId="{271D6670-F5D4-42B9-88D7-FC1424542C44}" dt="2022-10-20T03:02:03.197" v="34" actId="478"/>
          <ac:spMkLst>
            <pc:docMk/>
            <pc:sldMk cId="1868433294" sldId="260"/>
            <ac:spMk id="2" creationId="{06B7C0AF-79C2-B404-2B74-3DA8A6A8197E}"/>
          </ac:spMkLst>
        </pc:spChg>
        <pc:spChg chg="del">
          <ac:chgData name="Alejandro Hernandez Aranda" userId="1b9b1c1adf44008f" providerId="LiveId" clId="{271D6670-F5D4-42B9-88D7-FC1424542C44}" dt="2022-10-20T03:01:59.155" v="33" actId="478"/>
          <ac:spMkLst>
            <pc:docMk/>
            <pc:sldMk cId="1868433294" sldId="260"/>
            <ac:spMk id="3" creationId="{82EC86F1-F738-3466-80CB-66811F4A329B}"/>
          </ac:spMkLst>
        </pc:spChg>
        <pc:picChg chg="add">
          <ac:chgData name="Alejandro Hernandez Aranda" userId="1b9b1c1adf44008f" providerId="LiveId" clId="{271D6670-F5D4-42B9-88D7-FC1424542C44}" dt="2022-10-20T03:02:04.600" v="35"/>
          <ac:picMkLst>
            <pc:docMk/>
            <pc:sldMk cId="1868433294" sldId="260"/>
            <ac:picMk id="2050" creationId="{2825948E-5FAC-917D-6112-1BC1D620A23B}"/>
          </ac:picMkLst>
        </pc:picChg>
      </pc:sldChg>
      <pc:sldChg chg="new del">
        <pc:chgData name="Alejandro Hernandez Aranda" userId="1b9b1c1adf44008f" providerId="LiveId" clId="{271D6670-F5D4-42B9-88D7-FC1424542C44}" dt="2022-10-20T02:50:34.081" v="20" actId="680"/>
        <pc:sldMkLst>
          <pc:docMk/>
          <pc:sldMk cId="2475124091" sldId="261"/>
        </pc:sldMkLst>
      </pc:sldChg>
      <pc:sldChg chg="addSp delSp modSp new mod">
        <pc:chgData name="Alejandro Hernandez Aranda" userId="1b9b1c1adf44008f" providerId="LiveId" clId="{271D6670-F5D4-42B9-88D7-FC1424542C44}" dt="2022-10-20T03:08:00.954" v="45" actId="1076"/>
        <pc:sldMkLst>
          <pc:docMk/>
          <pc:sldMk cId="2476198866" sldId="261"/>
        </pc:sldMkLst>
        <pc:spChg chg="del">
          <ac:chgData name="Alejandro Hernandez Aranda" userId="1b9b1c1adf44008f" providerId="LiveId" clId="{271D6670-F5D4-42B9-88D7-FC1424542C44}" dt="2022-10-20T03:04:10.001" v="38" actId="478"/>
          <ac:spMkLst>
            <pc:docMk/>
            <pc:sldMk cId="2476198866" sldId="261"/>
            <ac:spMk id="2" creationId="{71AA1820-5E1F-0D2C-131E-FC78988648CC}"/>
          </ac:spMkLst>
        </pc:spChg>
        <pc:spChg chg="del">
          <ac:chgData name="Alejandro Hernandez Aranda" userId="1b9b1c1adf44008f" providerId="LiveId" clId="{271D6670-F5D4-42B9-88D7-FC1424542C44}" dt="2022-10-20T03:04:07.536" v="37" actId="478"/>
          <ac:spMkLst>
            <pc:docMk/>
            <pc:sldMk cId="2476198866" sldId="261"/>
            <ac:spMk id="3" creationId="{695788F5-6928-998F-861F-4F1AE57B361C}"/>
          </ac:spMkLst>
        </pc:spChg>
        <pc:picChg chg="add mod">
          <ac:chgData name="Alejandro Hernandez Aranda" userId="1b9b1c1adf44008f" providerId="LiveId" clId="{271D6670-F5D4-42B9-88D7-FC1424542C44}" dt="2022-10-20T03:08:00.954" v="45" actId="1076"/>
          <ac:picMkLst>
            <pc:docMk/>
            <pc:sldMk cId="2476198866" sldId="261"/>
            <ac:picMk id="5" creationId="{B38BBEF7-BCC0-B0B1-0D03-4942E481A367}"/>
          </ac:picMkLst>
        </pc:picChg>
      </pc:sldChg>
      <pc:sldChg chg="new del">
        <pc:chgData name="Alejandro Hernandez Aranda" userId="1b9b1c1adf44008f" providerId="LiveId" clId="{271D6670-F5D4-42B9-88D7-FC1424542C44}" dt="2022-10-20T02:50:33.719" v="19" actId="680"/>
        <pc:sldMkLst>
          <pc:docMk/>
          <pc:sldMk cId="3877495354" sldId="262"/>
        </pc:sldMkLst>
      </pc:sldChg>
      <pc:sldChg chg="new del">
        <pc:chgData name="Alejandro Hernandez Aranda" userId="1b9b1c1adf44008f" providerId="LiveId" clId="{271D6670-F5D4-42B9-88D7-FC1424542C44}" dt="2022-10-20T02:50:33.335" v="18" actId="680"/>
        <pc:sldMkLst>
          <pc:docMk/>
          <pc:sldMk cId="822906611" sldId="263"/>
        </pc:sldMkLst>
      </pc:sldChg>
      <pc:sldChg chg="new del">
        <pc:chgData name="Alejandro Hernandez Aranda" userId="1b9b1c1adf44008f" providerId="LiveId" clId="{271D6670-F5D4-42B9-88D7-FC1424542C44}" dt="2022-10-20T02:50:32.993" v="17" actId="680"/>
        <pc:sldMkLst>
          <pc:docMk/>
          <pc:sldMk cId="2870261135" sldId="264"/>
        </pc:sldMkLst>
      </pc:sldChg>
      <pc:sldChg chg="new del">
        <pc:chgData name="Alejandro Hernandez Aranda" userId="1b9b1c1adf44008f" providerId="LiveId" clId="{271D6670-F5D4-42B9-88D7-FC1424542C44}" dt="2022-10-20T02:50:32.595" v="16" actId="680"/>
        <pc:sldMkLst>
          <pc:docMk/>
          <pc:sldMk cId="593073711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01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10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516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812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5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45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74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1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39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5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10/19/2022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82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FA88D0-E295-4CF3-934C-6423EACEB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Vista en un caramelo">
            <a:extLst>
              <a:ext uri="{FF2B5EF4-FFF2-40B4-BE49-F238E27FC236}">
                <a16:creationId xmlns:a16="http://schemas.microsoft.com/office/drawing/2014/main" id="{70C6BF1F-4B7C-8F58-804C-6B38518541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r="-1" b="15708"/>
          <a:stretch/>
        </p:blipFill>
        <p:spPr>
          <a:xfrm>
            <a:off x="3068" y="-1"/>
            <a:ext cx="12188932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86837C4-8A82-867C-6BE1-5AC1F2F0A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604912"/>
            <a:ext cx="8802077" cy="2863510"/>
          </a:xfrm>
        </p:spPr>
        <p:txBody>
          <a:bodyPr anchor="t">
            <a:normAutofit/>
          </a:bodyPr>
          <a:lstStyle/>
          <a:p>
            <a:r>
              <a:rPr lang="es-MX" sz="8000" dirty="0">
                <a:solidFill>
                  <a:srgbClr val="FFFFFF"/>
                </a:solidFill>
              </a:rPr>
              <a:t>Abril Hernández Trujillo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D7A0D-7EB7-4B6B-A770-FE04C6756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6565" y="4201721"/>
            <a:ext cx="4986084" cy="1949813"/>
          </a:xfrm>
        </p:spPr>
        <p:txBody>
          <a:bodyPr anchor="b">
            <a:normAutofit/>
          </a:bodyPr>
          <a:lstStyle/>
          <a:p>
            <a:pPr algn="r"/>
            <a:r>
              <a:rPr lang="es-MX" sz="3200" dirty="0">
                <a:solidFill>
                  <a:srgbClr val="FFFFFF"/>
                </a:solidFill>
              </a:rPr>
              <a:t>SPORTS (Capoeira)</a:t>
            </a:r>
          </a:p>
        </p:txBody>
      </p:sp>
      <p:cxnSp>
        <p:nvCxnSpPr>
          <p:cNvPr id="26" name="Straight Connector 12">
            <a:extLst>
              <a:ext uri="{FF2B5EF4-FFF2-40B4-BE49-F238E27FC236}">
                <a16:creationId xmlns:a16="http://schemas.microsoft.com/office/drawing/2014/main" id="{8F4E56A8-93D5-4BE3-AE61-84677331A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14">
            <a:extLst>
              <a:ext uri="{FF2B5EF4-FFF2-40B4-BE49-F238E27FC236}">
                <a16:creationId xmlns:a16="http://schemas.microsoft.com/office/drawing/2014/main" id="{BD492A0C-1773-477B-83B5-C707CB057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329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egundo Periodo: CAPOEIRA COMO ARTE MARCIAL Y SU PRACTICA - CAPOEIRA PARA  TODOS">
            <a:extLst>
              <a:ext uri="{FF2B5EF4-FFF2-40B4-BE49-F238E27FC236}">
                <a16:creationId xmlns:a16="http://schemas.microsoft.com/office/drawing/2014/main" id="{2825948E-5FAC-917D-6112-1BC1D620A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43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Ver las imágenes de origen">
            <a:extLst>
              <a:ext uri="{FF2B5EF4-FFF2-40B4-BE49-F238E27FC236}">
                <a16:creationId xmlns:a16="http://schemas.microsoft.com/office/drawing/2014/main" id="{FFCCB59B-ED1E-3B04-5B60-5B67B85CD3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375"/>
          <a:stretch/>
        </p:blipFill>
        <p:spPr bwMode="auto">
          <a:xfrm>
            <a:off x="6176433" y="10"/>
            <a:ext cx="6015567" cy="3920034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920044"/>
                </a:lnTo>
                <a:lnTo>
                  <a:pt x="2469659" y="3920044"/>
                </a:lnTo>
                <a:lnTo>
                  <a:pt x="2469659" y="3103224"/>
                </a:lnTo>
                <a:lnTo>
                  <a:pt x="0" y="310322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Ver las imágenes de origen">
            <a:extLst>
              <a:ext uri="{FF2B5EF4-FFF2-40B4-BE49-F238E27FC236}">
                <a16:creationId xmlns:a16="http://schemas.microsoft.com/office/drawing/2014/main" id="{346CFF06-E7AA-D72F-ACB2-576E4B0F24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2" r="8947"/>
          <a:stretch/>
        </p:blipFill>
        <p:spPr bwMode="auto">
          <a:xfrm>
            <a:off x="20" y="4069976"/>
            <a:ext cx="3535311" cy="278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er las imágenes de origen">
            <a:extLst>
              <a:ext uri="{FF2B5EF4-FFF2-40B4-BE49-F238E27FC236}">
                <a16:creationId xmlns:a16="http://schemas.microsoft.com/office/drawing/2014/main" id="{09BC395E-200C-1EDA-229A-46DA49C16C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0" r="9997"/>
          <a:stretch/>
        </p:blipFill>
        <p:spPr bwMode="auto">
          <a:xfrm>
            <a:off x="3696199" y="3257176"/>
            <a:ext cx="4789093" cy="360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Ver las imágenes de origen">
            <a:extLst>
              <a:ext uri="{FF2B5EF4-FFF2-40B4-BE49-F238E27FC236}">
                <a16:creationId xmlns:a16="http://schemas.microsoft.com/office/drawing/2014/main" id="{ACA217D7-EA21-7C8E-4F09-FEFD302E6F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5" r="1" b="1"/>
          <a:stretch/>
        </p:blipFill>
        <p:spPr bwMode="auto">
          <a:xfrm>
            <a:off x="1" y="10"/>
            <a:ext cx="6015567" cy="3920034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103224"/>
                </a:lnTo>
                <a:lnTo>
                  <a:pt x="3545908" y="3103224"/>
                </a:lnTo>
                <a:lnTo>
                  <a:pt x="3545908" y="3920044"/>
                </a:lnTo>
                <a:lnTo>
                  <a:pt x="0" y="392004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Ver las imágenes de origen">
            <a:extLst>
              <a:ext uri="{FF2B5EF4-FFF2-40B4-BE49-F238E27FC236}">
                <a16:creationId xmlns:a16="http://schemas.microsoft.com/office/drawing/2014/main" id="{13847624-0C5D-55E8-5B7F-729A9EF2D7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7" r="3630"/>
          <a:stretch/>
        </p:blipFill>
        <p:spPr bwMode="auto">
          <a:xfrm>
            <a:off x="8646161" y="4069976"/>
            <a:ext cx="3545840" cy="2788024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40181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portium Club | Mexico City MX">
            <a:extLst>
              <a:ext uri="{FF2B5EF4-FFF2-40B4-BE49-F238E27FC236}">
                <a16:creationId xmlns:a16="http://schemas.microsoft.com/office/drawing/2014/main" id="{2930042D-C782-2884-BD1C-F8F8F73AB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272" y="614146"/>
            <a:ext cx="8243455" cy="562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11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mujer, exterior, persona, parado&#10;&#10;Descripción generada automáticamente">
            <a:extLst>
              <a:ext uri="{FF2B5EF4-FFF2-40B4-BE49-F238E27FC236}">
                <a16:creationId xmlns:a16="http://schemas.microsoft.com/office/drawing/2014/main" id="{B6FF6C94-99AF-AC6A-1FBC-DB3F48F20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855" y="460717"/>
            <a:ext cx="5266289" cy="593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49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Un grupo de personas de pie&#10;&#10;Descripción generada automáticamente con confianza media">
            <a:extLst>
              <a:ext uri="{FF2B5EF4-FFF2-40B4-BE49-F238E27FC236}">
                <a16:creationId xmlns:a16="http://schemas.microsoft.com/office/drawing/2014/main" id="{B38BBEF7-BCC0-B0B1-0D03-4942E481A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876" y="481818"/>
            <a:ext cx="5890247" cy="589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98866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AnalogousFromRegularSeed_2SEEDS">
      <a:dk1>
        <a:srgbClr val="000000"/>
      </a:dk1>
      <a:lt1>
        <a:srgbClr val="FFFFFF"/>
      </a:lt1>
      <a:dk2>
        <a:srgbClr val="351E22"/>
      </a:dk2>
      <a:lt2>
        <a:srgbClr val="E8E2E3"/>
      </a:lt2>
      <a:accent1>
        <a:srgbClr val="3BB195"/>
      </a:accent1>
      <a:accent2>
        <a:srgbClr val="47B56D"/>
      </a:accent2>
      <a:accent3>
        <a:srgbClr val="4BACC0"/>
      </a:accent3>
      <a:accent4>
        <a:srgbClr val="B13B81"/>
      </a:accent4>
      <a:accent5>
        <a:srgbClr val="C34D61"/>
      </a:accent5>
      <a:accent6>
        <a:srgbClr val="B1583B"/>
      </a:accent6>
      <a:hlink>
        <a:srgbClr val="BF3F5E"/>
      </a:hlink>
      <a:folHlink>
        <a:srgbClr val="7F7F7F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</Words>
  <Application>Microsoft Office PowerPoint</Application>
  <PresentationFormat>Panorámica</PresentationFormat>
  <Paragraphs>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Seaford</vt:lpstr>
      <vt:lpstr>LevelVTI</vt:lpstr>
      <vt:lpstr>Abril Hernández Trujillo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Abril Hernández Trujillo</dc:title>
  <dc:creator>Alejandro Hernandez Aranda</dc:creator>
  <cp:lastModifiedBy>Alejandro Hernandez Aranda</cp:lastModifiedBy>
  <cp:revision>2</cp:revision>
  <dcterms:created xsi:type="dcterms:W3CDTF">2022-10-19T20:24:35Z</dcterms:created>
  <dcterms:modified xsi:type="dcterms:W3CDTF">2022-10-20T03:08:47Z</dcterms:modified>
</cp:coreProperties>
</file>